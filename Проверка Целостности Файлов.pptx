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621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89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16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567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333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761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95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744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92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498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030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09894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26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68067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93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532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1949696-E431-4E4A-A945-E2ABC6D14193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7538D-522C-40C7-A864-494C11CE9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206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28C1B-D865-0EFF-41B5-C330AAC281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Проверка Целостности Файлов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AE2A872-351F-97B0-CED9-89C6EC2C9F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Автор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Выходцев Степан Владимирович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Группа</a:t>
            </a:r>
            <a:r>
              <a:rPr lang="en-US" dirty="0">
                <a:solidFill>
                  <a:schemeClr val="tx1"/>
                </a:solidFill>
              </a:rPr>
              <a:t>:323</a:t>
            </a:r>
            <a:r>
              <a:rPr lang="ru-RU" dirty="0">
                <a:solidFill>
                  <a:schemeClr val="tx1"/>
                </a:solidFill>
              </a:rPr>
              <a:t>СА</a:t>
            </a:r>
            <a:r>
              <a:rPr lang="en-US" dirty="0">
                <a:solidFill>
                  <a:schemeClr val="tx1"/>
                </a:solidFill>
              </a:rPr>
              <a:t>/2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Место обучения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НСГК</a:t>
            </a:r>
          </a:p>
        </p:txBody>
      </p:sp>
    </p:spTree>
    <p:extLst>
      <p:ext uri="{BB962C8B-B14F-4D97-AF65-F5344CB8AC3E}">
        <p14:creationId xmlns:p14="http://schemas.microsoft.com/office/powerpoint/2010/main" val="147525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99D23-7E6E-324D-4DB5-E336A46C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Зачем это нужно?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63414-A1E0-B0D8-5BD6-BB5D36334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При загрузке ПО, игр, дистрибутивов ОС:</a:t>
            </a:r>
            <a:r>
              <a:rPr lang="ru-RU" dirty="0"/>
              <a:t> Убедиться, что скачанный образ не содержит ошибок.</a:t>
            </a:r>
          </a:p>
          <a:p>
            <a:r>
              <a:rPr lang="ru-RU" b="1" dirty="0"/>
              <a:t>При передаче важных документов</a:t>
            </a:r>
            <a:r>
              <a:rPr lang="ru-RU" dirty="0"/>
              <a:t> (договоры, презентации, отчеты): Гарантировать, что получатель видит именно то, что вы отправили.</a:t>
            </a:r>
          </a:p>
          <a:p>
            <a:r>
              <a:rPr lang="ru-RU" b="1" dirty="0"/>
              <a:t>При резервном копировании:</a:t>
            </a:r>
            <a:r>
              <a:rPr lang="ru-RU" dirty="0"/>
              <a:t> Проверить, что архив или копия не повреждены.</a:t>
            </a:r>
          </a:p>
          <a:p>
            <a:r>
              <a:rPr lang="ru-RU" b="1" dirty="0"/>
              <a:t>В цифровой криминалистике и юриспруденции:</a:t>
            </a:r>
            <a:r>
              <a:rPr lang="ru-RU" dirty="0"/>
              <a:t> Доказать, что файл (например, доказательство) не изменялся с момента получения.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042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89528-07A3-C32B-70D1-2AB44FE1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1. Контрольные суммы и Хеш-суммы (</a:t>
            </a:r>
            <a:r>
              <a:rPr lang="ru-RU" b="1" dirty="0" err="1"/>
              <a:t>Hash</a:t>
            </a:r>
            <a:r>
              <a:rPr lang="ru-RU" b="1" dirty="0"/>
              <a:t>) — Основной метод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43A84C-425F-AA70-5AED-5D2510272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самый надежный и распространенный технический способ. </a:t>
            </a:r>
            <a:r>
              <a:rPr lang="ru-RU" b="1" dirty="0"/>
              <a:t>Хеш-функция</a:t>
            </a:r>
            <a:r>
              <a:rPr lang="ru-RU" dirty="0"/>
              <a:t> (алгоритм) превращает любой файл в уникальную строку фиксированной длины — "цифровой отпечаток". Даже минимальное изменение в файле полностью меняет эту строку.</a:t>
            </a:r>
          </a:p>
          <a:p>
            <a:r>
              <a:rPr lang="ru-RU" b="1" dirty="0"/>
              <a:t>Популярные алгоритмы:</a:t>
            </a:r>
            <a:endParaRPr lang="ru-RU" dirty="0"/>
          </a:p>
          <a:p>
            <a:r>
              <a:rPr lang="ru-RU" b="1" dirty="0"/>
              <a:t>MD5</a:t>
            </a:r>
            <a:r>
              <a:rPr lang="ru-RU" dirty="0"/>
              <a:t> — быстрый, но устаревший, не рекомендуется для безопасности, подходит для быстрой проверки целостности.</a:t>
            </a:r>
          </a:p>
          <a:p>
            <a:r>
              <a:rPr lang="ru-RU" b="1" dirty="0"/>
              <a:t>SHA-1</a:t>
            </a:r>
            <a:r>
              <a:rPr lang="ru-RU" dirty="0"/>
              <a:t> — более надежен, но также считается уязвимым.</a:t>
            </a:r>
          </a:p>
          <a:p>
            <a:r>
              <a:rPr lang="ru-RU" b="1" dirty="0"/>
              <a:t>SHA-256</a:t>
            </a:r>
            <a:r>
              <a:rPr lang="ru-RU" dirty="0"/>
              <a:t> и </a:t>
            </a:r>
            <a:r>
              <a:rPr lang="ru-RU" b="1" dirty="0"/>
              <a:t>SHA-512</a:t>
            </a:r>
            <a:r>
              <a:rPr lang="ru-RU" dirty="0"/>
              <a:t> (из семейства SHA-2) — современные стандарты. Используются повсеместно.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8806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6202A-8CCE-2FB6-A91A-0EA88F03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Системные администраторы и </a:t>
            </a:r>
            <a:r>
              <a:rPr lang="ru-RU" b="1" dirty="0" err="1"/>
              <a:t>DevOps</a:t>
            </a:r>
            <a:r>
              <a:rPr lang="ru-RU" b="1" dirty="0"/>
              <a:t>-инженеры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17F1C6-1EA6-EFD3-DB11-F656BE046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Они живут автоматизацией и надежностью. Проверка целостности для них — рутина:</a:t>
            </a:r>
          </a:p>
          <a:p>
            <a:r>
              <a:rPr lang="ru-RU" b="1" dirty="0"/>
              <a:t>Развертывание инфраструктуры (</a:t>
            </a:r>
            <a:r>
              <a:rPr lang="ru-RU" b="1" dirty="0" err="1"/>
              <a:t>IaC</a:t>
            </a:r>
            <a:r>
              <a:rPr lang="ru-RU" b="1" dirty="0"/>
              <a:t>):</a:t>
            </a:r>
            <a:r>
              <a:rPr lang="ru-RU" dirty="0"/>
              <a:t> При использовании инструментов вроде </a:t>
            </a:r>
            <a:r>
              <a:rPr lang="ru-RU" dirty="0" err="1"/>
              <a:t>Ansible</a:t>
            </a:r>
            <a:r>
              <a:rPr lang="ru-RU" dirty="0"/>
              <a:t>, </a:t>
            </a:r>
            <a:r>
              <a:rPr lang="ru-RU" dirty="0" err="1"/>
              <a:t>Terraform</a:t>
            </a:r>
            <a:r>
              <a:rPr lang="ru-RU" dirty="0"/>
              <a:t> или </a:t>
            </a:r>
            <a:r>
              <a:rPr lang="ru-RU" dirty="0" err="1"/>
              <a:t>Puppet</a:t>
            </a:r>
            <a:r>
              <a:rPr lang="ru-RU" dirty="0"/>
              <a:t> они скачивают пакеты (например, версию Java, </a:t>
            </a:r>
            <a:r>
              <a:rPr lang="ru-RU" dirty="0" err="1"/>
              <a:t>Nginx</a:t>
            </a:r>
            <a:r>
              <a:rPr lang="ru-RU" dirty="0"/>
              <a:t>, </a:t>
            </a:r>
            <a:r>
              <a:rPr lang="ru-RU" dirty="0" err="1"/>
              <a:t>Docker</a:t>
            </a:r>
            <a:r>
              <a:rPr lang="ru-RU" dirty="0"/>
              <a:t>) с внешних источников. В скриптах автоматизации всегда есть этап проверки </a:t>
            </a:r>
            <a:r>
              <a:rPr lang="ru-RU" dirty="0" err="1"/>
              <a:t>хеша</a:t>
            </a:r>
            <a:r>
              <a:rPr lang="ru-RU" dirty="0"/>
              <a:t> скачанного файла. Если </a:t>
            </a:r>
            <a:r>
              <a:rPr lang="ru-RU" dirty="0" err="1"/>
              <a:t>хеш</a:t>
            </a:r>
            <a:r>
              <a:rPr lang="ru-RU" dirty="0"/>
              <a:t> не совпал, скрипт не продолжит установку поврежденного пакета, а выдаст ошибку.</a:t>
            </a:r>
          </a:p>
          <a:p>
            <a:r>
              <a:rPr lang="ru-RU" b="1" dirty="0"/>
              <a:t>Резервное копирование:</a:t>
            </a:r>
            <a:r>
              <a:rPr lang="ru-RU" dirty="0"/>
              <a:t> Перед записью бэкапов на ленту или в облако и после их восстановления часто вычисляется </a:t>
            </a:r>
            <a:r>
              <a:rPr lang="ru-RU" dirty="0" err="1"/>
              <a:t>хеш</a:t>
            </a:r>
            <a:r>
              <a:rPr lang="ru-RU" dirty="0"/>
              <a:t>, чтобы убедиться в точности копии. Поврежденный бэкап — это катастрофа.</a:t>
            </a:r>
          </a:p>
          <a:p>
            <a:r>
              <a:rPr lang="ru-RU" b="1" dirty="0"/>
              <a:t>Контроль версий ПО на серверах:</a:t>
            </a:r>
            <a:r>
              <a:rPr lang="ru-RU" dirty="0"/>
              <a:t> Админы могут периодически проверять </a:t>
            </a:r>
            <a:r>
              <a:rPr lang="ru-RU" dirty="0" err="1"/>
              <a:t>хеши</a:t>
            </a:r>
            <a:r>
              <a:rPr lang="ru-RU" dirty="0"/>
              <a:t> критических системных файлов (например, в /</a:t>
            </a:r>
            <a:r>
              <a:rPr lang="ru-RU" dirty="0" err="1"/>
              <a:t>bin</a:t>
            </a:r>
            <a:r>
              <a:rPr lang="ru-RU" dirty="0"/>
              <a:t>, /</a:t>
            </a:r>
            <a:r>
              <a:rPr lang="ru-RU" dirty="0" err="1"/>
              <a:t>usr</a:t>
            </a:r>
            <a:r>
              <a:rPr lang="ru-RU" dirty="0"/>
              <a:t>/</a:t>
            </a:r>
            <a:r>
              <a:rPr lang="ru-RU" dirty="0" err="1"/>
              <a:t>bin</a:t>
            </a:r>
            <a:r>
              <a:rPr lang="ru-RU" dirty="0"/>
              <a:t>) и сравнивать их с эталоном. Несовпадение может сигнализировать о взломе и подмене файлов злоумышленником.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3289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3F046-E42E-4E50-B6AF-92701AC0F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3946C4-9EEA-DB8F-1603-7B869377F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hashlib</a:t>
            </a:r>
            <a:r>
              <a:rPr lang="en-US" dirty="0"/>
              <a:t>   </a:t>
            </a:r>
            <a:r>
              <a:rPr lang="ru-RU" dirty="0"/>
              <a:t>Для вычисления хеш-сумм (</a:t>
            </a:r>
            <a:r>
              <a:rPr lang="en-US" dirty="0"/>
              <a:t>MD5, SHA-1, SHA-256)</a:t>
            </a:r>
            <a:endParaRPr lang="ru-RU" dirty="0"/>
          </a:p>
          <a:p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os</a:t>
            </a:r>
            <a:r>
              <a:rPr lang="ru-RU" dirty="0"/>
              <a:t>   Для работы с файловой системой (пути, размеры, проверка существования)</a:t>
            </a:r>
          </a:p>
          <a:p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json</a:t>
            </a:r>
            <a:r>
              <a:rPr lang="ru-RU" dirty="0"/>
              <a:t> Для сохранения/загрузки контрольных сумм в JSON-формат</a:t>
            </a:r>
          </a:p>
          <a:p>
            <a:r>
              <a:rPr lang="ru-RU" dirty="0" err="1"/>
              <a:t>from</a:t>
            </a:r>
            <a:r>
              <a:rPr lang="ru-RU" dirty="0"/>
              <a:t> </a:t>
            </a:r>
            <a:r>
              <a:rPr lang="ru-RU" dirty="0" err="1"/>
              <a:t>datetime</a:t>
            </a:r>
            <a:r>
              <a:rPr lang="ru-RU" dirty="0"/>
              <a:t> </a:t>
            </a:r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datetime</a:t>
            </a:r>
            <a:r>
              <a:rPr lang="ru-RU" dirty="0"/>
              <a:t> Для добавления временных меток</a:t>
            </a:r>
          </a:p>
          <a:p>
            <a:r>
              <a:rPr lang="ru-RU" dirty="0" err="1"/>
              <a:t>import</a:t>
            </a:r>
            <a:r>
              <a:rPr lang="ru-RU" dirty="0"/>
              <a:t> </a:t>
            </a:r>
            <a:r>
              <a:rPr lang="ru-RU" dirty="0" err="1"/>
              <a:t>sys</a:t>
            </a:r>
            <a:r>
              <a:rPr lang="ru-RU" dirty="0"/>
              <a:t>  Для корректного завершения программы при ошибках</a:t>
            </a:r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4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C7E47-831F-58E1-A91B-DD12573C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 </a:t>
            </a:r>
            <a:r>
              <a:rPr lang="ru-RU" b="1" dirty="0" err="1"/>
              <a:t>calculate_hash</a:t>
            </a:r>
            <a:r>
              <a:rPr lang="ru-RU" b="1" dirty="0"/>
              <a:t>() — ядро программы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570191-96E3-07C8-7CD2-1FC6052CB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Назначение:</a:t>
            </a:r>
            <a:r>
              <a:rPr lang="ru-RU" dirty="0"/>
              <a:t> Вычисляет хеш-сумму одного файла.</a:t>
            </a:r>
          </a:p>
          <a:p>
            <a:r>
              <a:rPr lang="ru-RU" b="1" dirty="0" err="1"/>
              <a:t>file_path</a:t>
            </a:r>
            <a:r>
              <a:rPr lang="ru-RU" dirty="0"/>
              <a:t>: Путь к проверяемому файлу</a:t>
            </a:r>
          </a:p>
          <a:p>
            <a:r>
              <a:rPr lang="ru-RU" b="1" dirty="0" err="1"/>
              <a:t>algorithm</a:t>
            </a:r>
            <a:r>
              <a:rPr lang="ru-RU" dirty="0"/>
              <a:t>: Алгоритм хеширования (по умолчанию SHA-256)</a:t>
            </a:r>
          </a:p>
          <a:p>
            <a:r>
              <a:rPr lang="en-US" dirty="0"/>
              <a:t>def </a:t>
            </a:r>
            <a:r>
              <a:rPr lang="en-US" dirty="0" err="1"/>
              <a:t>calculate_hash</a:t>
            </a:r>
            <a:r>
              <a:rPr lang="en-US" dirty="0"/>
              <a:t>(</a:t>
            </a:r>
            <a:r>
              <a:rPr lang="en-US" dirty="0" err="1"/>
              <a:t>file_path</a:t>
            </a:r>
            <a:r>
              <a:rPr lang="en-US" dirty="0"/>
              <a:t>, algorithm='sha256'):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7657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13FE30-10D9-896C-FC5E-9B525393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Логика работы: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5B935F-9B5B-102F-6A13-E905DA9B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Создание объекта </a:t>
            </a:r>
            <a:r>
              <a:rPr lang="ru-RU" b="1" dirty="0" err="1"/>
              <a:t>хеша</a:t>
            </a:r>
            <a:r>
              <a:rPr lang="ru-RU" dirty="0"/>
              <a:t> в зависимости от выбранного алгоритма</a:t>
            </a:r>
          </a:p>
          <a:p>
            <a:r>
              <a:rPr lang="ru-RU" b="1" dirty="0"/>
              <a:t>Открытие файла в бинарном режиме</a:t>
            </a:r>
            <a:r>
              <a:rPr lang="ru-RU" dirty="0"/>
              <a:t> ('</a:t>
            </a:r>
            <a:r>
              <a:rPr lang="ru-RU" dirty="0" err="1"/>
              <a:t>rb</a:t>
            </a:r>
            <a:r>
              <a:rPr lang="ru-RU" dirty="0"/>
              <a:t>') — важно для корректной обработки любых файлов</a:t>
            </a:r>
          </a:p>
          <a:p>
            <a:r>
              <a:rPr lang="ru-RU" b="1" dirty="0"/>
              <a:t>Чтение файла блоками по 64KB</a:t>
            </a:r>
            <a:r>
              <a:rPr lang="ru-RU" dirty="0"/>
              <a:t> (не загружает весь файл в память, что позволяет обрабатывать огромные файлы)</a:t>
            </a:r>
          </a:p>
          <a:p>
            <a:r>
              <a:rPr lang="ru-RU" b="1" dirty="0"/>
              <a:t>Постепенное обновление </a:t>
            </a:r>
            <a:r>
              <a:rPr lang="ru-RU" b="1" dirty="0" err="1"/>
              <a:t>хеша</a:t>
            </a:r>
            <a:r>
              <a:rPr lang="ru-RU" dirty="0"/>
              <a:t> для каждого прочитанного блока</a:t>
            </a:r>
          </a:p>
          <a:p>
            <a:r>
              <a:rPr lang="ru-RU" b="1" dirty="0"/>
              <a:t>Возврат результата</a:t>
            </a:r>
            <a:r>
              <a:rPr lang="ru-RU" dirty="0"/>
              <a:t> в виде 16-ричной строки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6643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1D658-7E9D-F991-5427-1D19EE45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Обработка ошибок: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E1A93B-9262-F6FC-FD12-83A50CB8A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FileNotFoundError</a:t>
            </a:r>
            <a:r>
              <a:rPr lang="ru-RU" dirty="0"/>
              <a:t> — если файл не существует</a:t>
            </a:r>
          </a:p>
          <a:p>
            <a:r>
              <a:rPr lang="ru-RU" dirty="0" err="1"/>
              <a:t>IOError</a:t>
            </a:r>
            <a:r>
              <a:rPr lang="ru-RU" dirty="0"/>
              <a:t> — если ошибка чтения файла</a:t>
            </a:r>
          </a:p>
          <a:p>
            <a:r>
              <a:rPr lang="ru-RU" dirty="0" err="1"/>
              <a:t>ValueError</a:t>
            </a:r>
            <a:r>
              <a:rPr lang="ru-RU" dirty="0"/>
              <a:t> — если передан неподдерживаемый алгоритм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74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24174-05C1-DA3B-1C66-50F95D00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dirty="0"/>
              <a:t>Функция </a:t>
            </a:r>
            <a:r>
              <a:rPr lang="ru-RU" sz="3600" b="1" dirty="0" err="1"/>
              <a:t>create_checksum_file</a:t>
            </a:r>
            <a:r>
              <a:rPr lang="ru-RU" sz="3600" b="1" dirty="0"/>
              <a:t>() — создание базы контрольных сумм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0B178D-86D3-357E-2D41-D60461102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393" y="1853248"/>
            <a:ext cx="8946541" cy="4195481"/>
          </a:xfrm>
        </p:spPr>
        <p:txBody>
          <a:bodyPr/>
          <a:lstStyle/>
          <a:p>
            <a:r>
              <a:rPr lang="ru-RU" b="1" dirty="0"/>
              <a:t>Назначение:</a:t>
            </a:r>
            <a:r>
              <a:rPr lang="ru-RU" dirty="0"/>
              <a:t> Рекурсивно обходит все файлы в указанной директории и создаёт JSON-файл с их </a:t>
            </a:r>
            <a:r>
              <a:rPr lang="ru-RU" dirty="0" err="1"/>
              <a:t>хешами</a:t>
            </a:r>
            <a:r>
              <a:rPr lang="ru-RU" dirty="0"/>
              <a:t>.</a:t>
            </a:r>
          </a:p>
          <a:p>
            <a:r>
              <a:rPr lang="en-US" dirty="0"/>
              <a:t>def </a:t>
            </a:r>
            <a:r>
              <a:rPr lang="en-US" dirty="0" err="1"/>
              <a:t>create_checksum_file</a:t>
            </a:r>
            <a:r>
              <a:rPr lang="en-US" dirty="0"/>
              <a:t>(</a:t>
            </a:r>
            <a:r>
              <a:rPr lang="en-US" dirty="0" err="1"/>
              <a:t>directory_path</a:t>
            </a:r>
            <a:r>
              <a:rPr lang="en-US" dirty="0"/>
              <a:t>, </a:t>
            </a:r>
            <a:r>
              <a:rPr lang="en-US" dirty="0" err="1"/>
              <a:t>output_file</a:t>
            </a:r>
            <a:r>
              <a:rPr lang="en-US" dirty="0"/>
              <a:t>='</a:t>
            </a:r>
            <a:r>
              <a:rPr lang="en-US" dirty="0" err="1"/>
              <a:t>checksums.json</a:t>
            </a:r>
            <a:r>
              <a:rPr lang="en-US" dirty="0"/>
              <a:t>', algorithm='sha256'):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1991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062706-6667-CC76-3C73-2483262E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 </a:t>
            </a:r>
            <a:r>
              <a:rPr lang="ru-RU" b="1" dirty="0" err="1"/>
              <a:t>verify_integrity</a:t>
            </a:r>
            <a:r>
              <a:rPr lang="ru-RU" b="1" dirty="0"/>
              <a:t>() — проверка целостности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B39DCA-35EF-2939-1DDC-17C554059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Назначение:</a:t>
            </a:r>
            <a:r>
              <a:rPr lang="ru-RU" dirty="0"/>
              <a:t> Сравнивает текущие </a:t>
            </a:r>
            <a:r>
              <a:rPr lang="ru-RU" dirty="0" err="1"/>
              <a:t>хеши</a:t>
            </a:r>
            <a:r>
              <a:rPr lang="ru-RU" dirty="0"/>
              <a:t> файлов с сохранёнными в JSON-файле.</a:t>
            </a:r>
          </a:p>
          <a:p>
            <a:r>
              <a:rPr lang="en-US" dirty="0"/>
              <a:t>def </a:t>
            </a:r>
            <a:r>
              <a:rPr lang="en-US" dirty="0" err="1"/>
              <a:t>verify_integrity</a:t>
            </a:r>
            <a:r>
              <a:rPr lang="en-US" dirty="0"/>
              <a:t>(</a:t>
            </a:r>
            <a:r>
              <a:rPr lang="en-US" dirty="0" err="1"/>
              <a:t>checksum_file</a:t>
            </a:r>
            <a:r>
              <a:rPr lang="en-US" dirty="0"/>
              <a:t>, </a:t>
            </a:r>
            <a:r>
              <a:rPr lang="en-US" dirty="0" err="1"/>
              <a:t>directory_path</a:t>
            </a:r>
            <a:r>
              <a:rPr lang="en-US" dirty="0"/>
              <a:t>=None):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1114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DF1D5-6AB9-1DD7-B1F2-015BA4EC8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Функция </a:t>
            </a:r>
            <a:r>
              <a:rPr lang="ru-RU" b="1" dirty="0" err="1"/>
              <a:t>check_single_file</a:t>
            </a:r>
            <a:r>
              <a:rPr lang="ru-RU" b="1" dirty="0"/>
              <a:t>() — проверка одного файла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1C8D72-B94A-7F38-F7CA-80CEFF1A9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Назначение:</a:t>
            </a:r>
            <a:r>
              <a:rPr lang="ru-RU" dirty="0"/>
              <a:t> Упрощённый интерфейс для проверки отдельного файла.</a:t>
            </a:r>
          </a:p>
          <a:p>
            <a:r>
              <a:rPr lang="en-US" dirty="0"/>
              <a:t>def </a:t>
            </a:r>
            <a:r>
              <a:rPr lang="en-US" dirty="0" err="1"/>
              <a:t>check_single_file</a:t>
            </a:r>
            <a:r>
              <a:rPr lang="en-US" dirty="0"/>
              <a:t>():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2878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6024B-7BAA-CE6B-B18A-9315673C2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26300D-81C8-F2BB-6BAD-652CB8EFA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Этот код представляет собой</a:t>
            </a:r>
            <a:r>
              <a:rPr lang="ru-RU" b="1" dirty="0"/>
              <a:t> написанный инструмент</a:t>
            </a:r>
            <a:r>
              <a:rPr lang="ru-RU" dirty="0"/>
              <a:t>, который можно использовать как для личных нужд, так и в производственной среде для аудита целостности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658061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8DFDA-31E8-75E9-CEDA-9090B8E28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D2F165-5B69-06CA-8DD4-9C1E6668F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Проверка Целостности Файлов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9C6B178-9F17-E546-37B7-3AEC49AA92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Автор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Выходцев Степан Владимирович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Группа</a:t>
            </a:r>
            <a:r>
              <a:rPr lang="en-US" dirty="0">
                <a:solidFill>
                  <a:schemeClr val="tx1"/>
                </a:solidFill>
              </a:rPr>
              <a:t>:323</a:t>
            </a:r>
            <a:r>
              <a:rPr lang="ru-RU" dirty="0">
                <a:solidFill>
                  <a:schemeClr val="tx1"/>
                </a:solidFill>
              </a:rPr>
              <a:t>СА</a:t>
            </a:r>
            <a:r>
              <a:rPr lang="en-US" dirty="0">
                <a:solidFill>
                  <a:schemeClr val="tx1"/>
                </a:solidFill>
              </a:rPr>
              <a:t>/2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Место обучения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НСГК</a:t>
            </a:r>
          </a:p>
        </p:txBody>
      </p:sp>
    </p:spTree>
    <p:extLst>
      <p:ext uri="{BB962C8B-B14F-4D97-AF65-F5344CB8AC3E}">
        <p14:creationId xmlns:p14="http://schemas.microsoft.com/office/powerpoint/2010/main" val="3603156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679</Words>
  <Application>Microsoft Office PowerPoint</Application>
  <PresentationFormat>Широкоэкранный</PresentationFormat>
  <Paragraphs>56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Ион</vt:lpstr>
      <vt:lpstr>Проверка Целостности Файлов</vt:lpstr>
      <vt:lpstr>Зачем это нужно? </vt:lpstr>
      <vt:lpstr>1. Контрольные суммы и Хеш-суммы (Hash) — Основной метод </vt:lpstr>
      <vt:lpstr>Системные администраторы и DevOps-инженеры</vt:lpstr>
      <vt:lpstr>Библиотеки </vt:lpstr>
      <vt:lpstr>Функция calculate_hash() — ядро программы </vt:lpstr>
      <vt:lpstr>Логика работы: </vt:lpstr>
      <vt:lpstr>Обработка ошибок:</vt:lpstr>
      <vt:lpstr>Функция create_checksum_file() — создание базы контрольных сумм </vt:lpstr>
      <vt:lpstr>Функция verify_integrity() — проверка целостности </vt:lpstr>
      <vt:lpstr>Функция check_single_file() — проверка одного файла </vt:lpstr>
      <vt:lpstr>Итог</vt:lpstr>
      <vt:lpstr>Проверка Целостности Файлов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степан выходцев</dc:creator>
  <cp:lastModifiedBy>степан выходцев</cp:lastModifiedBy>
  <cp:revision>1</cp:revision>
  <dcterms:created xsi:type="dcterms:W3CDTF">2025-12-26T15:50:05Z</dcterms:created>
  <dcterms:modified xsi:type="dcterms:W3CDTF">2025-12-26T16:23:41Z</dcterms:modified>
</cp:coreProperties>
</file>